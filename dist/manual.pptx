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AAEF-7E6D-6A17-0124-CCC0231D9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02845-8F76-4313-91FE-7C4E70C07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D941A-7EB6-042A-AB02-CE2240D5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4CCAB-9C19-3451-0F17-5D2C20E4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7E6CB-899D-4377-5C1E-C7BA81F0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65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50CB-F685-0B3F-9E94-63BA608B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05634-FA28-55CE-4562-FC52DC05A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3E23F-0633-3FC9-CD5F-2096340C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FEA2A-FE4D-8D25-6DAC-538C243D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7A8EA-A456-AEC7-42BF-06556C6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06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80D4-5F02-A8EA-CEDE-857967C76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B0420-2F95-24B0-62BD-01C655653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08119-6236-E70E-F9C1-ACBC5C96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132A6-1F3F-C027-83B8-5D951550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C0DC1-C6AB-692B-251F-7588EAC7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011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E844-2227-1FB8-32AC-3647A13D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6A434-8630-F1F5-A968-C2084A284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234D0-2F20-8D7C-A58A-67EC1F9D6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B623F-60EA-A8EE-66CF-06733599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795CC-D194-7244-D99F-D3EFEAE1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5B91C-9FB7-EDCE-B26C-60C71E47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3511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A853-E5FD-82A2-BE8C-AC9066D9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0DB8B-1166-169F-6137-90D67B24C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C38FD-38DA-C7BA-0262-722344216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21BC5-5C52-6DDC-F463-710D70317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F8230A-472D-4A6A-FF81-B1C400D47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597E9-29CF-4B1E-1228-81A2BE6D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F80133-05B5-89D0-6C5C-E643F1CD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939F3-14C6-B48C-6026-369F6194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41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01E0-3350-0CB5-2F10-70F099BF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6EC2F-1912-B194-169F-415E8A4F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E4FB7-21ED-6A67-521D-F03E8481A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E8569-4A34-6FE2-D29F-E8CA45FB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500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D8B4C-0EBE-05DF-A338-03ADF5B52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182D5-8067-060E-789C-7CF4EDD9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3BD62-AFEC-4806-E598-96110D95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8931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56AD-85BC-984B-6F6A-A9BE57D56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8AC1-BEC3-40B1-DCED-66EC80A39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C092F-9AC9-A44C-92AF-D7489B384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293EA-714B-08EB-B46E-B2E91DD0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1CF40-B3D8-C3F4-B306-D164C4FF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B7E53-7267-33D2-9FFE-9C95A0FE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44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5522E-D6C0-2272-DF67-6F25DAEC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9D6CB-0DA8-2985-5A5B-AFCFB9D62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E493D-BEAB-2304-6B13-8AC7873EE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0EB86-832D-53B9-4C7B-50E634ED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60689-4E99-7BF2-A02A-E8B84F071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2B145-7940-C373-6AF0-63E6DF7D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41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14548-6C1B-3878-E80F-314BF793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B4A04-43F3-6DCB-AA99-20D8DBB72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52FB5-D394-8E6C-4953-196EDA03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35DC0-1B1A-D840-773A-224F827B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0B6CC-A67F-1F0A-A5AB-E51E2616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07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447316-D712-1653-35FC-32D4739CE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6B298-E39B-59B3-951F-758662459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D4F0-8835-69A7-4126-65DABD2F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C89FF-8282-FA71-D42D-506962D7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10E89-3191-0B6E-E20E-E509B1B2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703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28C9C-434F-7531-2801-24E1784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80529-631F-A590-1333-066A56843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BD3C6-D4B7-3F9F-5BA6-9F377DA78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14649-F275-4E69-96C3-F8E80EC58826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E8CE4-B0C9-3A7D-A772-073E3F4AD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C2B45-9A58-D902-6CE7-50517F5B3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34838-C9AF-4ABB-9DDE-0B165C5F23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8384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45D12-D617-CF1E-C834-B1DDBC0C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061" y="0"/>
            <a:ext cx="859387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3D9838-45C0-17A2-284B-F68052229684}"/>
              </a:ext>
            </a:extLst>
          </p:cNvPr>
          <p:cNvSpPr/>
          <p:nvPr/>
        </p:nvSpPr>
        <p:spPr>
          <a:xfrm>
            <a:off x="2377440" y="635267"/>
            <a:ext cx="6487427" cy="240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5D8E1-888D-EBF7-1499-1DD7AAF2E4C2}"/>
              </a:ext>
            </a:extLst>
          </p:cNvPr>
          <p:cNvSpPr txBox="1"/>
          <p:nvPr/>
        </p:nvSpPr>
        <p:spPr>
          <a:xfrm>
            <a:off x="7808976" y="146443"/>
            <a:ext cx="214884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1.Set working folder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0F965-D0DD-0171-597C-DE2ED3CE9E7B}"/>
              </a:ext>
            </a:extLst>
          </p:cNvPr>
          <p:cNvSpPr txBox="1"/>
          <p:nvPr/>
        </p:nvSpPr>
        <p:spPr>
          <a:xfrm>
            <a:off x="3472313" y="1506353"/>
            <a:ext cx="229755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2. Press scan to seek package in the folder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1F59D4-17A0-BC12-5082-069CCEB860E9}"/>
              </a:ext>
            </a:extLst>
          </p:cNvPr>
          <p:cNvSpPr txBox="1"/>
          <p:nvPr/>
        </p:nvSpPr>
        <p:spPr>
          <a:xfrm>
            <a:off x="6522721" y="2152684"/>
            <a:ext cx="138683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3. Organise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F3DEE9-7BF0-883E-759D-E255BDA9076A}"/>
              </a:ext>
            </a:extLst>
          </p:cNvPr>
          <p:cNvCxnSpPr/>
          <p:nvPr/>
        </p:nvCxnSpPr>
        <p:spPr>
          <a:xfrm>
            <a:off x="6007608" y="1344168"/>
            <a:ext cx="1152144" cy="8085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41432E-DF62-CEBA-B6FF-72D56C71CB09}"/>
              </a:ext>
            </a:extLst>
          </p:cNvPr>
          <p:cNvCxnSpPr>
            <a:stCxn id="11" idx="1"/>
          </p:cNvCxnSpPr>
          <p:nvPr/>
        </p:nvCxnSpPr>
        <p:spPr>
          <a:xfrm flipH="1">
            <a:off x="5769865" y="2337350"/>
            <a:ext cx="752856" cy="949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87197FF-2EBD-4E41-EE79-370A045CFEA3}"/>
              </a:ext>
            </a:extLst>
          </p:cNvPr>
          <p:cNvSpPr txBox="1"/>
          <p:nvPr/>
        </p:nvSpPr>
        <p:spPr>
          <a:xfrm>
            <a:off x="7909560" y="3244334"/>
            <a:ext cx="2148840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4. Mostly current working folder or other folder with files sorted already.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401236-ED10-E12C-B8CC-ED69790D0144}"/>
              </a:ext>
            </a:extLst>
          </p:cNvPr>
          <p:cNvSpPr/>
          <p:nvPr/>
        </p:nvSpPr>
        <p:spPr>
          <a:xfrm>
            <a:off x="1908048" y="2913990"/>
            <a:ext cx="8296656" cy="240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81B497-0F82-7B90-E2D6-E815F8C315A9}"/>
              </a:ext>
            </a:extLst>
          </p:cNvPr>
          <p:cNvSpPr txBox="1"/>
          <p:nvPr/>
        </p:nvSpPr>
        <p:spPr>
          <a:xfrm>
            <a:off x="5676016" y="5622568"/>
            <a:ext cx="4940168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7. (optional) Define where is </a:t>
            </a:r>
            <a:r>
              <a:rPr lang="en-AU" dirty="0" err="1">
                <a:solidFill>
                  <a:srgbClr val="FF0000"/>
                </a:solidFill>
              </a:rPr>
              <a:t>Emind</a:t>
            </a:r>
            <a:r>
              <a:rPr lang="en-AU" dirty="0">
                <a:solidFill>
                  <a:srgbClr val="FF0000"/>
                </a:solidFill>
              </a:rPr>
              <a:t> OTV/ATV</a:t>
            </a:r>
          </a:p>
          <a:p>
            <a:r>
              <a:rPr lang="en-AU" dirty="0">
                <a:solidFill>
                  <a:srgbClr val="FF0000"/>
                </a:solidFill>
              </a:rPr>
              <a:t>By default it is set in C drive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45215-AAB7-ECE7-FE10-0983902F250C}"/>
              </a:ext>
            </a:extLst>
          </p:cNvPr>
          <p:cNvSpPr txBox="1"/>
          <p:nvPr/>
        </p:nvSpPr>
        <p:spPr>
          <a:xfrm>
            <a:off x="2377440" y="3546596"/>
            <a:ext cx="423367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5. Scan and choose in/out/all runs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B80FF0-0863-6FB3-E70D-ED128CF6B087}"/>
              </a:ext>
            </a:extLst>
          </p:cNvPr>
          <p:cNvSpPr txBox="1"/>
          <p:nvPr/>
        </p:nvSpPr>
        <p:spPr>
          <a:xfrm>
            <a:off x="2377440" y="4147861"/>
            <a:ext cx="423367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6. Save-&gt; load convert to next 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0AA796-6645-13C8-7B57-9F34FD5C8061}"/>
              </a:ext>
            </a:extLst>
          </p:cNvPr>
          <p:cNvSpPr txBox="1"/>
          <p:nvPr/>
        </p:nvSpPr>
        <p:spPr>
          <a:xfrm>
            <a:off x="2237872" y="5622568"/>
            <a:ext cx="206895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8 run convert and wait</a:t>
            </a:r>
          </a:p>
        </p:txBody>
      </p:sp>
    </p:spTree>
    <p:extLst>
      <p:ext uri="{BB962C8B-B14F-4D97-AF65-F5344CB8AC3E}">
        <p14:creationId xmlns:p14="http://schemas.microsoft.com/office/powerpoint/2010/main" val="1138694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Zexin Yu</dc:creator>
  <cp:lastModifiedBy>Zexin Yu</cp:lastModifiedBy>
  <cp:revision>1</cp:revision>
  <dcterms:created xsi:type="dcterms:W3CDTF">2026-06-23T04:07:40Z</dcterms:created>
  <dcterms:modified xsi:type="dcterms:W3CDTF">2026-06-23T07:00:52Z</dcterms:modified>
</cp:coreProperties>
</file>